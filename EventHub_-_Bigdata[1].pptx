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6858000" cy="9144000"/>
  <p:embeddedFontLst>
    <p:embeddedFont>
      <p:font typeface="Anton" pitchFamily="2" charset="0"/>
      <p:regular r:id="rId9"/>
    </p:embeddedFont>
    <p:embeddedFont>
      <p:font typeface="Calibri" panose="020F0502020204030204" pitchFamily="34" charset="0"/>
      <p:regular r:id="rId10"/>
      <p:bold r:id="rId11"/>
      <p:italic r:id="rId12"/>
      <p:boldItalic r:id="rId13"/>
    </p:embeddedFont>
    <p:embeddedFont>
      <p:font typeface="Glacial Indifference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845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5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1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jpe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svg"/><Relationship Id="rId7" Type="http://schemas.openxmlformats.org/officeDocument/2006/relationships/image" Target="../media/image4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8.svg"/><Relationship Id="rId4" Type="http://schemas.openxmlformats.org/officeDocument/2006/relationships/image" Target="../media/image7.png"/><Relationship Id="rId9" Type="http://schemas.openxmlformats.org/officeDocument/2006/relationships/image" Target="../media/image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703476" y="-580404"/>
            <a:ext cx="22876567" cy="11447809"/>
            <a:chOff x="0" y="0"/>
            <a:chExt cx="30502090" cy="1526374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263745" cy="15263745"/>
            </a:xfrm>
            <a:custGeom>
              <a:avLst/>
              <a:gdLst/>
              <a:ahLst/>
              <a:cxnLst/>
              <a:rect l="l" t="t" r="r" b="b"/>
              <a:pathLst>
                <a:path w="15263745" h="15263745">
                  <a:moveTo>
                    <a:pt x="0" y="0"/>
                  </a:moveTo>
                  <a:lnTo>
                    <a:pt x="15263745" y="0"/>
                  </a:lnTo>
                  <a:lnTo>
                    <a:pt x="15263745" y="15263745"/>
                  </a:lnTo>
                  <a:lnTo>
                    <a:pt x="0" y="1526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15238345" y="0"/>
              <a:ext cx="15263745" cy="15263745"/>
            </a:xfrm>
            <a:custGeom>
              <a:avLst/>
              <a:gdLst/>
              <a:ahLst/>
              <a:cxnLst/>
              <a:rect l="l" t="t" r="r" b="b"/>
              <a:pathLst>
                <a:path w="15263745" h="15263745">
                  <a:moveTo>
                    <a:pt x="0" y="0"/>
                  </a:moveTo>
                  <a:lnTo>
                    <a:pt x="15263745" y="0"/>
                  </a:lnTo>
                  <a:lnTo>
                    <a:pt x="15263745" y="15263745"/>
                  </a:lnTo>
                  <a:lnTo>
                    <a:pt x="0" y="1526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5" name="Freeform 5"/>
          <p:cNvSpPr/>
          <p:nvPr/>
        </p:nvSpPr>
        <p:spPr>
          <a:xfrm>
            <a:off x="14906978" y="9043238"/>
            <a:ext cx="2571397" cy="430125"/>
          </a:xfrm>
          <a:custGeom>
            <a:avLst/>
            <a:gdLst/>
            <a:ahLst/>
            <a:cxnLst/>
            <a:rect l="l" t="t" r="r" b="b"/>
            <a:pathLst>
              <a:path w="2571397" h="430125">
                <a:moveTo>
                  <a:pt x="0" y="0"/>
                </a:moveTo>
                <a:lnTo>
                  <a:pt x="2571397" y="0"/>
                </a:lnTo>
                <a:lnTo>
                  <a:pt x="2571397" y="430124"/>
                </a:lnTo>
                <a:lnTo>
                  <a:pt x="0" y="4301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615757" y="3985105"/>
            <a:ext cx="17056485" cy="2293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335"/>
              </a:lnSpc>
            </a:pPr>
            <a:r>
              <a:rPr lang="en-US" sz="17163">
                <a:solidFill>
                  <a:srgbClr val="211F1C"/>
                </a:solidFill>
                <a:latin typeface="Anton"/>
                <a:ea typeface="Anton"/>
                <a:cs typeface="Anton"/>
                <a:sym typeface="Anton"/>
              </a:rPr>
              <a:t>EVENTHUB</a:t>
            </a:r>
          </a:p>
        </p:txBody>
      </p:sp>
      <p:sp>
        <p:nvSpPr>
          <p:cNvPr id="7" name="Freeform 7"/>
          <p:cNvSpPr/>
          <p:nvPr/>
        </p:nvSpPr>
        <p:spPr>
          <a:xfrm>
            <a:off x="2358180" y="4165025"/>
            <a:ext cx="354514" cy="354514"/>
          </a:xfrm>
          <a:custGeom>
            <a:avLst/>
            <a:gdLst/>
            <a:ahLst/>
            <a:cxnLst/>
            <a:rect l="l" t="t" r="r" b="b"/>
            <a:pathLst>
              <a:path w="354514" h="354514">
                <a:moveTo>
                  <a:pt x="0" y="0"/>
                </a:moveTo>
                <a:lnTo>
                  <a:pt x="354514" y="0"/>
                </a:lnTo>
                <a:lnTo>
                  <a:pt x="354514" y="354514"/>
                </a:lnTo>
                <a:lnTo>
                  <a:pt x="0" y="3545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5575306" y="4165025"/>
            <a:ext cx="354514" cy="354514"/>
          </a:xfrm>
          <a:custGeom>
            <a:avLst/>
            <a:gdLst/>
            <a:ahLst/>
            <a:cxnLst/>
            <a:rect l="l" t="t" r="r" b="b"/>
            <a:pathLst>
              <a:path w="354514" h="354514">
                <a:moveTo>
                  <a:pt x="0" y="0"/>
                </a:moveTo>
                <a:lnTo>
                  <a:pt x="354514" y="0"/>
                </a:lnTo>
                <a:lnTo>
                  <a:pt x="354514" y="354514"/>
                </a:lnTo>
                <a:lnTo>
                  <a:pt x="0" y="3545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8365121" y="812085"/>
            <a:ext cx="1557758" cy="1331175"/>
          </a:xfrm>
          <a:custGeom>
            <a:avLst/>
            <a:gdLst/>
            <a:ahLst/>
            <a:cxnLst/>
            <a:rect l="l" t="t" r="r" b="b"/>
            <a:pathLst>
              <a:path w="1557758" h="1331175">
                <a:moveTo>
                  <a:pt x="0" y="0"/>
                </a:moveTo>
                <a:lnTo>
                  <a:pt x="1557758" y="0"/>
                </a:lnTo>
                <a:lnTo>
                  <a:pt x="1557758" y="1331176"/>
                </a:lnTo>
                <a:lnTo>
                  <a:pt x="0" y="133117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3690252" y="0"/>
            <a:ext cx="10163733" cy="10185661"/>
          </a:xfrm>
          <a:custGeom>
            <a:avLst/>
            <a:gdLst/>
            <a:ahLst/>
            <a:cxnLst/>
            <a:rect l="l" t="t" r="r" b="b"/>
            <a:pathLst>
              <a:path w="10163733" h="10185661">
                <a:moveTo>
                  <a:pt x="0" y="0"/>
                </a:moveTo>
                <a:lnTo>
                  <a:pt x="10163733" y="0"/>
                </a:lnTo>
                <a:lnTo>
                  <a:pt x="10163733" y="10185661"/>
                </a:lnTo>
                <a:lnTo>
                  <a:pt x="0" y="1018566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36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703476" y="-580404"/>
            <a:ext cx="22876567" cy="11447809"/>
            <a:chOff x="0" y="0"/>
            <a:chExt cx="30502090" cy="1526374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263745" cy="15263745"/>
            </a:xfrm>
            <a:custGeom>
              <a:avLst/>
              <a:gdLst/>
              <a:ahLst/>
              <a:cxnLst/>
              <a:rect l="l" t="t" r="r" b="b"/>
              <a:pathLst>
                <a:path w="15263745" h="15263745">
                  <a:moveTo>
                    <a:pt x="0" y="0"/>
                  </a:moveTo>
                  <a:lnTo>
                    <a:pt x="15263745" y="0"/>
                  </a:lnTo>
                  <a:lnTo>
                    <a:pt x="15263745" y="15263745"/>
                  </a:lnTo>
                  <a:lnTo>
                    <a:pt x="0" y="1526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15238345" y="0"/>
              <a:ext cx="15263745" cy="15263745"/>
            </a:xfrm>
            <a:custGeom>
              <a:avLst/>
              <a:gdLst/>
              <a:ahLst/>
              <a:cxnLst/>
              <a:rect l="l" t="t" r="r" b="b"/>
              <a:pathLst>
                <a:path w="15263745" h="15263745">
                  <a:moveTo>
                    <a:pt x="0" y="0"/>
                  </a:moveTo>
                  <a:lnTo>
                    <a:pt x="15263745" y="0"/>
                  </a:lnTo>
                  <a:lnTo>
                    <a:pt x="15263745" y="15263745"/>
                  </a:lnTo>
                  <a:lnTo>
                    <a:pt x="0" y="1526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5" name="Freeform 5"/>
          <p:cNvSpPr/>
          <p:nvPr/>
        </p:nvSpPr>
        <p:spPr>
          <a:xfrm>
            <a:off x="16486423" y="496912"/>
            <a:ext cx="991952" cy="847668"/>
          </a:xfrm>
          <a:custGeom>
            <a:avLst/>
            <a:gdLst/>
            <a:ahLst/>
            <a:cxnLst/>
            <a:rect l="l" t="t" r="r" b="b"/>
            <a:pathLst>
              <a:path w="991952" h="847668">
                <a:moveTo>
                  <a:pt x="0" y="0"/>
                </a:moveTo>
                <a:lnTo>
                  <a:pt x="991952" y="0"/>
                </a:lnTo>
                <a:lnTo>
                  <a:pt x="991952" y="847669"/>
                </a:lnTo>
                <a:lnTo>
                  <a:pt x="0" y="8476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7163909" y="483676"/>
            <a:ext cx="3960181" cy="19885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986"/>
              </a:lnSpc>
            </a:pPr>
            <a:r>
              <a:rPr lang="en-US" sz="14837">
                <a:solidFill>
                  <a:srgbClr val="211F1C"/>
                </a:solidFill>
                <a:latin typeface="Anton"/>
                <a:ea typeface="Anton"/>
                <a:cs typeface="Anton"/>
                <a:sym typeface="Anton"/>
              </a:rPr>
              <a:t>GOAL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782556" y="2906214"/>
            <a:ext cx="12722887" cy="5612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71"/>
              </a:lnSpc>
              <a:spcBef>
                <a:spcPct val="0"/>
              </a:spcBef>
            </a:pPr>
            <a:r>
              <a:rPr lang="en-US" sz="6209">
                <a:solidFill>
                  <a:srgbClr val="211F1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To build a simple event planning platform that allows users to create and store event details using HTML ,CSS and MongoDB, demonstrating how big data technologies can manage and organize event-related information efficiently.</a:t>
            </a:r>
          </a:p>
        </p:txBody>
      </p:sp>
    </p:spTree>
  </p:cSld>
  <p:clrMapOvr>
    <a:masterClrMapping/>
  </p:clrMapOvr>
  <p:transition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703476" y="-580404"/>
            <a:ext cx="22876567" cy="11447809"/>
            <a:chOff x="0" y="0"/>
            <a:chExt cx="30502090" cy="1526374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263745" cy="15263745"/>
            </a:xfrm>
            <a:custGeom>
              <a:avLst/>
              <a:gdLst/>
              <a:ahLst/>
              <a:cxnLst/>
              <a:rect l="l" t="t" r="r" b="b"/>
              <a:pathLst>
                <a:path w="15263745" h="15263745">
                  <a:moveTo>
                    <a:pt x="0" y="0"/>
                  </a:moveTo>
                  <a:lnTo>
                    <a:pt x="15263745" y="0"/>
                  </a:lnTo>
                  <a:lnTo>
                    <a:pt x="15263745" y="15263745"/>
                  </a:lnTo>
                  <a:lnTo>
                    <a:pt x="0" y="1526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15238345" y="0"/>
              <a:ext cx="15263745" cy="15263745"/>
            </a:xfrm>
            <a:custGeom>
              <a:avLst/>
              <a:gdLst/>
              <a:ahLst/>
              <a:cxnLst/>
              <a:rect l="l" t="t" r="r" b="b"/>
              <a:pathLst>
                <a:path w="15263745" h="15263745">
                  <a:moveTo>
                    <a:pt x="0" y="0"/>
                  </a:moveTo>
                  <a:lnTo>
                    <a:pt x="15263745" y="0"/>
                  </a:lnTo>
                  <a:lnTo>
                    <a:pt x="15263745" y="15263745"/>
                  </a:lnTo>
                  <a:lnTo>
                    <a:pt x="0" y="1526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5" name="Freeform 5"/>
          <p:cNvSpPr/>
          <p:nvPr/>
        </p:nvSpPr>
        <p:spPr>
          <a:xfrm>
            <a:off x="16486423" y="496912"/>
            <a:ext cx="991952" cy="847668"/>
          </a:xfrm>
          <a:custGeom>
            <a:avLst/>
            <a:gdLst/>
            <a:ahLst/>
            <a:cxnLst/>
            <a:rect l="l" t="t" r="r" b="b"/>
            <a:pathLst>
              <a:path w="991952" h="847668">
                <a:moveTo>
                  <a:pt x="0" y="0"/>
                </a:moveTo>
                <a:lnTo>
                  <a:pt x="991952" y="0"/>
                </a:lnTo>
                <a:lnTo>
                  <a:pt x="991952" y="847669"/>
                </a:lnTo>
                <a:lnTo>
                  <a:pt x="0" y="8476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3790216" y="763612"/>
            <a:ext cx="10707568" cy="19885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986"/>
              </a:lnSpc>
            </a:pPr>
            <a:r>
              <a:rPr lang="en-US" sz="14837">
                <a:solidFill>
                  <a:srgbClr val="211F1C"/>
                </a:solidFill>
                <a:latin typeface="Anton"/>
                <a:ea typeface="Anton"/>
                <a:cs typeface="Anton"/>
                <a:sym typeface="Anton"/>
              </a:rPr>
              <a:t>HOW IT WORKS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138976" y="2379877"/>
            <a:ext cx="14010049" cy="68784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5"/>
              </a:lnSpc>
              <a:spcBef>
                <a:spcPct val="0"/>
              </a:spcBef>
            </a:pPr>
            <a:endParaRPr/>
          </a:p>
          <a:p>
            <a:pPr algn="just">
              <a:lnSpc>
                <a:spcPts val="3645"/>
              </a:lnSpc>
              <a:spcBef>
                <a:spcPct val="0"/>
              </a:spcBef>
            </a:pPr>
            <a:r>
              <a:rPr lang="en-US" sz="3609">
                <a:solidFill>
                  <a:srgbClr val="211F1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1. User Signup/Login</a:t>
            </a:r>
          </a:p>
          <a:p>
            <a:pPr algn="just">
              <a:lnSpc>
                <a:spcPts val="3645"/>
              </a:lnSpc>
              <a:spcBef>
                <a:spcPct val="0"/>
              </a:spcBef>
            </a:pPr>
            <a:r>
              <a:rPr lang="en-US" sz="3609">
                <a:solidFill>
                  <a:srgbClr val="211F1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🔹 Users register or log in to access their dashboard.</a:t>
            </a:r>
          </a:p>
          <a:p>
            <a:pPr algn="just">
              <a:lnSpc>
                <a:spcPts val="3645"/>
              </a:lnSpc>
              <a:spcBef>
                <a:spcPct val="0"/>
              </a:spcBef>
            </a:pPr>
            <a:r>
              <a:rPr lang="en-US" sz="3609">
                <a:solidFill>
                  <a:srgbClr val="211F1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2. Event Dashboard</a:t>
            </a:r>
          </a:p>
          <a:p>
            <a:pPr algn="just">
              <a:lnSpc>
                <a:spcPts val="3645"/>
              </a:lnSpc>
              <a:spcBef>
                <a:spcPct val="0"/>
              </a:spcBef>
            </a:pPr>
            <a:r>
              <a:rPr lang="en-US" sz="3609">
                <a:solidFill>
                  <a:srgbClr val="211F1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🔹 After logging in, users can view events they've created or participated in.</a:t>
            </a:r>
          </a:p>
          <a:p>
            <a:pPr algn="just">
              <a:lnSpc>
                <a:spcPts val="3645"/>
              </a:lnSpc>
              <a:spcBef>
                <a:spcPct val="0"/>
              </a:spcBef>
            </a:pPr>
            <a:r>
              <a:rPr lang="en-US" sz="3609">
                <a:solidFill>
                  <a:srgbClr val="211F1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3. Create Event</a:t>
            </a:r>
          </a:p>
          <a:p>
            <a:pPr algn="just">
              <a:lnSpc>
                <a:spcPts val="3645"/>
              </a:lnSpc>
              <a:spcBef>
                <a:spcPct val="0"/>
              </a:spcBef>
            </a:pPr>
            <a:r>
              <a:rPr lang="en-US" sz="3609">
                <a:solidFill>
                  <a:srgbClr val="211F1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🔹 Users can add new events by providing title, date, location, and description.</a:t>
            </a:r>
          </a:p>
          <a:p>
            <a:pPr algn="just">
              <a:lnSpc>
                <a:spcPts val="3645"/>
              </a:lnSpc>
              <a:spcBef>
                <a:spcPct val="0"/>
              </a:spcBef>
            </a:pPr>
            <a:r>
              <a:rPr lang="en-US" sz="3609">
                <a:solidFill>
                  <a:srgbClr val="211F1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4. Participate in Events</a:t>
            </a:r>
          </a:p>
          <a:p>
            <a:pPr algn="just">
              <a:lnSpc>
                <a:spcPts val="3645"/>
              </a:lnSpc>
              <a:spcBef>
                <a:spcPct val="0"/>
              </a:spcBef>
            </a:pPr>
            <a:r>
              <a:rPr lang="en-US" sz="3609">
                <a:solidFill>
                  <a:srgbClr val="211F1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🔹 Users can view available events created by others and join them.</a:t>
            </a:r>
          </a:p>
          <a:p>
            <a:pPr algn="just">
              <a:lnSpc>
                <a:spcPts val="3645"/>
              </a:lnSpc>
              <a:spcBef>
                <a:spcPct val="0"/>
              </a:spcBef>
            </a:pPr>
            <a:r>
              <a:rPr lang="en-US" sz="3609">
                <a:solidFill>
                  <a:srgbClr val="211F1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5. MongoDB Integration</a:t>
            </a:r>
          </a:p>
          <a:p>
            <a:pPr algn="just">
              <a:lnSpc>
                <a:spcPts val="3645"/>
              </a:lnSpc>
              <a:spcBef>
                <a:spcPct val="0"/>
              </a:spcBef>
            </a:pPr>
            <a:r>
              <a:rPr lang="en-US" sz="3609">
                <a:solidFill>
                  <a:srgbClr val="211F1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🔹 All event data and user information are stored in MongoDB for scalability and fast retrieval.</a:t>
            </a:r>
          </a:p>
          <a:p>
            <a:pPr algn="just">
              <a:lnSpc>
                <a:spcPts val="3645"/>
              </a:lnSpc>
              <a:spcBef>
                <a:spcPct val="0"/>
              </a:spcBef>
            </a:pPr>
            <a:endParaRPr lang="en-US" sz="3609">
              <a:solidFill>
                <a:srgbClr val="211F1C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</p:spTree>
  </p:cSld>
  <p:clrMapOvr>
    <a:masterClrMapping/>
  </p:clrMapOvr>
  <p:transition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703476" y="-580404"/>
            <a:ext cx="22876567" cy="11447809"/>
            <a:chOff x="0" y="0"/>
            <a:chExt cx="30502090" cy="1526374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263745" cy="15263745"/>
            </a:xfrm>
            <a:custGeom>
              <a:avLst/>
              <a:gdLst/>
              <a:ahLst/>
              <a:cxnLst/>
              <a:rect l="l" t="t" r="r" b="b"/>
              <a:pathLst>
                <a:path w="15263745" h="15263745">
                  <a:moveTo>
                    <a:pt x="0" y="0"/>
                  </a:moveTo>
                  <a:lnTo>
                    <a:pt x="15263745" y="0"/>
                  </a:lnTo>
                  <a:lnTo>
                    <a:pt x="15263745" y="15263745"/>
                  </a:lnTo>
                  <a:lnTo>
                    <a:pt x="0" y="1526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15238345" y="0"/>
              <a:ext cx="15263745" cy="15263745"/>
            </a:xfrm>
            <a:custGeom>
              <a:avLst/>
              <a:gdLst/>
              <a:ahLst/>
              <a:cxnLst/>
              <a:rect l="l" t="t" r="r" b="b"/>
              <a:pathLst>
                <a:path w="15263745" h="15263745">
                  <a:moveTo>
                    <a:pt x="0" y="0"/>
                  </a:moveTo>
                  <a:lnTo>
                    <a:pt x="15263745" y="0"/>
                  </a:lnTo>
                  <a:lnTo>
                    <a:pt x="15263745" y="15263745"/>
                  </a:lnTo>
                  <a:lnTo>
                    <a:pt x="0" y="1526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5" name="Freeform 5"/>
          <p:cNvSpPr/>
          <p:nvPr/>
        </p:nvSpPr>
        <p:spPr>
          <a:xfrm>
            <a:off x="16486423" y="496912"/>
            <a:ext cx="991952" cy="847668"/>
          </a:xfrm>
          <a:custGeom>
            <a:avLst/>
            <a:gdLst/>
            <a:ahLst/>
            <a:cxnLst/>
            <a:rect l="l" t="t" r="r" b="b"/>
            <a:pathLst>
              <a:path w="991952" h="847668">
                <a:moveTo>
                  <a:pt x="0" y="0"/>
                </a:moveTo>
                <a:lnTo>
                  <a:pt x="991952" y="0"/>
                </a:lnTo>
                <a:lnTo>
                  <a:pt x="991952" y="847669"/>
                </a:lnTo>
                <a:lnTo>
                  <a:pt x="0" y="8476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3688295" y="1130297"/>
            <a:ext cx="10911410" cy="1518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484"/>
              </a:lnSpc>
            </a:pPr>
            <a:r>
              <a:rPr lang="en-US" sz="11370">
                <a:solidFill>
                  <a:srgbClr val="211F1C"/>
                </a:solidFill>
                <a:latin typeface="Anton"/>
                <a:ea typeface="Anton"/>
                <a:cs typeface="Anton"/>
                <a:sym typeface="Anton"/>
              </a:rPr>
              <a:t>TECHNOLOGIES USED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74300" y="2850904"/>
            <a:ext cx="15339399" cy="5550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96"/>
              </a:lnSpc>
              <a:spcBef>
                <a:spcPct val="0"/>
              </a:spcBef>
            </a:pPr>
            <a:r>
              <a:rPr lang="en-US" sz="5441">
                <a:solidFill>
                  <a:srgbClr val="211F1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Frontend:</a:t>
            </a:r>
          </a:p>
          <a:p>
            <a:pPr algn="l">
              <a:lnSpc>
                <a:spcPts val="5496"/>
              </a:lnSpc>
              <a:spcBef>
                <a:spcPct val="0"/>
              </a:spcBef>
            </a:pPr>
            <a:r>
              <a:rPr lang="en-US" sz="5441">
                <a:solidFill>
                  <a:srgbClr val="211F1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🔹 HTML – Structure</a:t>
            </a:r>
          </a:p>
          <a:p>
            <a:pPr algn="just">
              <a:lnSpc>
                <a:spcPts val="5496"/>
              </a:lnSpc>
              <a:spcBef>
                <a:spcPct val="0"/>
              </a:spcBef>
            </a:pPr>
            <a:r>
              <a:rPr lang="en-US" sz="5441">
                <a:solidFill>
                  <a:srgbClr val="211F1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🔹 CSS – Styling</a:t>
            </a:r>
          </a:p>
          <a:p>
            <a:pPr algn="just">
              <a:lnSpc>
                <a:spcPts val="5496"/>
              </a:lnSpc>
              <a:spcBef>
                <a:spcPct val="0"/>
              </a:spcBef>
            </a:pPr>
            <a:r>
              <a:rPr lang="en-US" sz="5441">
                <a:solidFill>
                  <a:srgbClr val="211F1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🔹 JavaScript – Interactivity</a:t>
            </a:r>
          </a:p>
          <a:p>
            <a:pPr algn="just">
              <a:lnSpc>
                <a:spcPts val="5496"/>
              </a:lnSpc>
              <a:spcBef>
                <a:spcPct val="0"/>
              </a:spcBef>
            </a:pPr>
            <a:r>
              <a:rPr lang="en-US" sz="5441">
                <a:solidFill>
                  <a:srgbClr val="211F1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Database:</a:t>
            </a:r>
          </a:p>
          <a:p>
            <a:pPr algn="just">
              <a:lnSpc>
                <a:spcPts val="5496"/>
              </a:lnSpc>
              <a:spcBef>
                <a:spcPct val="0"/>
              </a:spcBef>
            </a:pPr>
            <a:r>
              <a:rPr lang="en-US" sz="5441">
                <a:solidFill>
                  <a:srgbClr val="211F1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🔹 MongoDB – NoSQL database to store users and events</a:t>
            </a:r>
          </a:p>
          <a:p>
            <a:pPr algn="just">
              <a:lnSpc>
                <a:spcPts val="5496"/>
              </a:lnSpc>
              <a:spcBef>
                <a:spcPct val="0"/>
              </a:spcBef>
            </a:pPr>
            <a:endParaRPr lang="en-US" sz="5441">
              <a:solidFill>
                <a:srgbClr val="211F1C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</p:spTree>
  </p:cSld>
  <p:clrMapOvr>
    <a:masterClrMapping/>
  </p:clrMapOvr>
  <p:transition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463634" y="-580404"/>
            <a:ext cx="22876567" cy="11447809"/>
            <a:chOff x="0" y="0"/>
            <a:chExt cx="30502090" cy="1526374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263745" cy="15263745"/>
            </a:xfrm>
            <a:custGeom>
              <a:avLst/>
              <a:gdLst/>
              <a:ahLst/>
              <a:cxnLst/>
              <a:rect l="l" t="t" r="r" b="b"/>
              <a:pathLst>
                <a:path w="15263745" h="15263745">
                  <a:moveTo>
                    <a:pt x="0" y="0"/>
                  </a:moveTo>
                  <a:lnTo>
                    <a:pt x="15263745" y="0"/>
                  </a:lnTo>
                  <a:lnTo>
                    <a:pt x="15263745" y="15263745"/>
                  </a:lnTo>
                  <a:lnTo>
                    <a:pt x="0" y="1526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15238345" y="0"/>
              <a:ext cx="15263745" cy="15263745"/>
            </a:xfrm>
            <a:custGeom>
              <a:avLst/>
              <a:gdLst/>
              <a:ahLst/>
              <a:cxnLst/>
              <a:rect l="l" t="t" r="r" b="b"/>
              <a:pathLst>
                <a:path w="15263745" h="15263745">
                  <a:moveTo>
                    <a:pt x="0" y="0"/>
                  </a:moveTo>
                  <a:lnTo>
                    <a:pt x="15263745" y="0"/>
                  </a:lnTo>
                  <a:lnTo>
                    <a:pt x="15263745" y="15263745"/>
                  </a:lnTo>
                  <a:lnTo>
                    <a:pt x="0" y="1526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5" name="Freeform 5"/>
          <p:cNvSpPr/>
          <p:nvPr/>
        </p:nvSpPr>
        <p:spPr>
          <a:xfrm>
            <a:off x="16486423" y="496912"/>
            <a:ext cx="991952" cy="847668"/>
          </a:xfrm>
          <a:custGeom>
            <a:avLst/>
            <a:gdLst/>
            <a:ahLst/>
            <a:cxnLst/>
            <a:rect l="l" t="t" r="r" b="b"/>
            <a:pathLst>
              <a:path w="991952" h="847668">
                <a:moveTo>
                  <a:pt x="0" y="0"/>
                </a:moveTo>
                <a:lnTo>
                  <a:pt x="991952" y="0"/>
                </a:lnTo>
                <a:lnTo>
                  <a:pt x="991952" y="847669"/>
                </a:lnTo>
                <a:lnTo>
                  <a:pt x="0" y="8476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8276291" y="5143500"/>
            <a:ext cx="8706108" cy="4157166"/>
          </a:xfrm>
          <a:custGeom>
            <a:avLst/>
            <a:gdLst/>
            <a:ahLst/>
            <a:cxnLst/>
            <a:rect l="l" t="t" r="r" b="b"/>
            <a:pathLst>
              <a:path w="8706108" h="4157166">
                <a:moveTo>
                  <a:pt x="0" y="0"/>
                </a:moveTo>
                <a:lnTo>
                  <a:pt x="8706108" y="0"/>
                </a:lnTo>
                <a:lnTo>
                  <a:pt x="8706108" y="4157166"/>
                </a:lnTo>
                <a:lnTo>
                  <a:pt x="0" y="415716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028700" y="2225099"/>
            <a:ext cx="8549280" cy="4082281"/>
          </a:xfrm>
          <a:custGeom>
            <a:avLst/>
            <a:gdLst/>
            <a:ahLst/>
            <a:cxnLst/>
            <a:rect l="l" t="t" r="r" b="b"/>
            <a:pathLst>
              <a:path w="8549280" h="4082281">
                <a:moveTo>
                  <a:pt x="0" y="0"/>
                </a:moveTo>
                <a:lnTo>
                  <a:pt x="8549280" y="0"/>
                </a:lnTo>
                <a:lnTo>
                  <a:pt x="8549280" y="4082281"/>
                </a:lnTo>
                <a:lnTo>
                  <a:pt x="0" y="408228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5450058" y="706462"/>
            <a:ext cx="7387883" cy="1518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484"/>
              </a:lnSpc>
            </a:pPr>
            <a:r>
              <a:rPr lang="en-US" sz="11370">
                <a:solidFill>
                  <a:srgbClr val="211F1C"/>
                </a:solidFill>
                <a:latin typeface="Anton"/>
                <a:ea typeface="Anton"/>
                <a:cs typeface="Anton"/>
                <a:sym typeface="Anton"/>
              </a:rPr>
              <a:t>SCREENSHOTS</a:t>
            </a:r>
          </a:p>
        </p:txBody>
      </p:sp>
    </p:spTree>
  </p:cSld>
  <p:clrMapOvr>
    <a:masterClrMapping/>
  </p:clrMapOvr>
  <p:transition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/>
          <p:cNvSpPr/>
          <p:nvPr/>
        </p:nvSpPr>
        <p:spPr>
          <a:xfrm>
            <a:off x="16486423" y="496912"/>
            <a:ext cx="991952" cy="847668"/>
          </a:xfrm>
          <a:custGeom>
            <a:avLst/>
            <a:gdLst/>
            <a:ahLst/>
            <a:cxnLst/>
            <a:rect l="l" t="t" r="r" b="b"/>
            <a:pathLst>
              <a:path w="991952" h="847668">
                <a:moveTo>
                  <a:pt x="0" y="0"/>
                </a:moveTo>
                <a:lnTo>
                  <a:pt x="991952" y="0"/>
                </a:lnTo>
                <a:lnTo>
                  <a:pt x="991952" y="847669"/>
                </a:lnTo>
                <a:lnTo>
                  <a:pt x="0" y="8476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5450058" y="706462"/>
            <a:ext cx="7387883" cy="1518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484"/>
              </a:lnSpc>
            </a:pPr>
            <a:r>
              <a:rPr lang="en-US" sz="11370">
                <a:solidFill>
                  <a:srgbClr val="211F1C"/>
                </a:solidFill>
                <a:latin typeface="Anton"/>
                <a:ea typeface="Anton"/>
                <a:cs typeface="Anton"/>
                <a:sym typeface="Anton"/>
              </a:rPr>
              <a:t>SCREENSHOTS</a:t>
            </a:r>
          </a:p>
        </p:txBody>
      </p:sp>
      <p:sp>
        <p:nvSpPr>
          <p:cNvPr id="7" name="Freeform 7"/>
          <p:cNvSpPr/>
          <p:nvPr/>
        </p:nvSpPr>
        <p:spPr>
          <a:xfrm>
            <a:off x="606966" y="2321953"/>
            <a:ext cx="9686184" cy="4265055"/>
          </a:xfrm>
          <a:custGeom>
            <a:avLst/>
            <a:gdLst/>
            <a:ahLst/>
            <a:cxnLst/>
            <a:rect l="l" t="t" r="r" b="b"/>
            <a:pathLst>
              <a:path w="11984486" h="5662670">
                <a:moveTo>
                  <a:pt x="0" y="0"/>
                </a:moveTo>
                <a:lnTo>
                  <a:pt x="11984486" y="0"/>
                </a:lnTo>
                <a:lnTo>
                  <a:pt x="11984486" y="5662670"/>
                </a:lnTo>
                <a:lnTo>
                  <a:pt x="0" y="56626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E1AB67E-43BA-42B7-9300-D286A38487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0" y="5127455"/>
            <a:ext cx="9374532" cy="4442883"/>
          </a:xfrm>
          <a:prstGeom prst="rect">
            <a:avLst/>
          </a:prstGeom>
        </p:spPr>
      </p:pic>
    </p:spTree>
  </p:cSld>
  <p:clrMapOvr>
    <a:masterClrMapping/>
  </p:clrMapOvr>
  <p:transition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703476" y="-580404"/>
            <a:ext cx="22876567" cy="11447809"/>
            <a:chOff x="0" y="0"/>
            <a:chExt cx="30502090" cy="1526374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263745" cy="15263745"/>
            </a:xfrm>
            <a:custGeom>
              <a:avLst/>
              <a:gdLst/>
              <a:ahLst/>
              <a:cxnLst/>
              <a:rect l="l" t="t" r="r" b="b"/>
              <a:pathLst>
                <a:path w="15263745" h="15263745">
                  <a:moveTo>
                    <a:pt x="0" y="0"/>
                  </a:moveTo>
                  <a:lnTo>
                    <a:pt x="15263745" y="0"/>
                  </a:lnTo>
                  <a:lnTo>
                    <a:pt x="15263745" y="15263745"/>
                  </a:lnTo>
                  <a:lnTo>
                    <a:pt x="0" y="1526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15238345" y="0"/>
              <a:ext cx="15263745" cy="15263745"/>
            </a:xfrm>
            <a:custGeom>
              <a:avLst/>
              <a:gdLst/>
              <a:ahLst/>
              <a:cxnLst/>
              <a:rect l="l" t="t" r="r" b="b"/>
              <a:pathLst>
                <a:path w="15263745" h="15263745">
                  <a:moveTo>
                    <a:pt x="0" y="0"/>
                  </a:moveTo>
                  <a:lnTo>
                    <a:pt x="15263745" y="0"/>
                  </a:lnTo>
                  <a:lnTo>
                    <a:pt x="15263745" y="15263745"/>
                  </a:lnTo>
                  <a:lnTo>
                    <a:pt x="0" y="1526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5" name="TextBox 5"/>
          <p:cNvSpPr txBox="1"/>
          <p:nvPr/>
        </p:nvSpPr>
        <p:spPr>
          <a:xfrm>
            <a:off x="3519790" y="4466776"/>
            <a:ext cx="11248419" cy="15629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748"/>
              </a:lnSpc>
              <a:spcBef>
                <a:spcPct val="0"/>
              </a:spcBef>
            </a:pPr>
            <a:r>
              <a:rPr lang="en-US" sz="11632" u="none" strike="noStrike">
                <a:solidFill>
                  <a:srgbClr val="211F1C"/>
                </a:solidFill>
                <a:latin typeface="Anton"/>
                <a:ea typeface="Anton"/>
                <a:cs typeface="Anton"/>
                <a:sym typeface="Anton"/>
              </a:rPr>
              <a:t>THANK YOU</a:t>
            </a:r>
          </a:p>
        </p:txBody>
      </p:sp>
      <p:sp>
        <p:nvSpPr>
          <p:cNvPr id="6" name="Freeform 6"/>
          <p:cNvSpPr/>
          <p:nvPr/>
        </p:nvSpPr>
        <p:spPr>
          <a:xfrm>
            <a:off x="8282303" y="2784508"/>
            <a:ext cx="1723393" cy="1472718"/>
          </a:xfrm>
          <a:custGeom>
            <a:avLst/>
            <a:gdLst/>
            <a:ahLst/>
            <a:cxnLst/>
            <a:rect l="l" t="t" r="r" b="b"/>
            <a:pathLst>
              <a:path w="1723393" h="1472718">
                <a:moveTo>
                  <a:pt x="0" y="0"/>
                </a:moveTo>
                <a:lnTo>
                  <a:pt x="1723394" y="0"/>
                </a:lnTo>
                <a:lnTo>
                  <a:pt x="1723394" y="1472718"/>
                </a:lnTo>
                <a:lnTo>
                  <a:pt x="0" y="14727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4906978" y="9043238"/>
            <a:ext cx="2571397" cy="430125"/>
          </a:xfrm>
          <a:custGeom>
            <a:avLst/>
            <a:gdLst/>
            <a:ahLst/>
            <a:cxnLst/>
            <a:rect l="l" t="t" r="r" b="b"/>
            <a:pathLst>
              <a:path w="2571397" h="430125">
                <a:moveTo>
                  <a:pt x="0" y="0"/>
                </a:moveTo>
                <a:lnTo>
                  <a:pt x="2571397" y="0"/>
                </a:lnTo>
                <a:lnTo>
                  <a:pt x="2571397" y="430124"/>
                </a:lnTo>
                <a:lnTo>
                  <a:pt x="0" y="43012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2358180" y="4608658"/>
            <a:ext cx="354514" cy="354514"/>
          </a:xfrm>
          <a:custGeom>
            <a:avLst/>
            <a:gdLst/>
            <a:ahLst/>
            <a:cxnLst/>
            <a:rect l="l" t="t" r="r" b="b"/>
            <a:pathLst>
              <a:path w="354514" h="354514">
                <a:moveTo>
                  <a:pt x="0" y="0"/>
                </a:moveTo>
                <a:lnTo>
                  <a:pt x="354514" y="0"/>
                </a:lnTo>
                <a:lnTo>
                  <a:pt x="354514" y="354514"/>
                </a:lnTo>
                <a:lnTo>
                  <a:pt x="0" y="35451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5575306" y="4608658"/>
            <a:ext cx="354514" cy="354514"/>
          </a:xfrm>
          <a:custGeom>
            <a:avLst/>
            <a:gdLst/>
            <a:ahLst/>
            <a:cxnLst/>
            <a:rect l="l" t="t" r="r" b="b"/>
            <a:pathLst>
              <a:path w="354514" h="354514">
                <a:moveTo>
                  <a:pt x="0" y="0"/>
                </a:moveTo>
                <a:lnTo>
                  <a:pt x="354514" y="0"/>
                </a:lnTo>
                <a:lnTo>
                  <a:pt x="354514" y="354514"/>
                </a:lnTo>
                <a:lnTo>
                  <a:pt x="0" y="35451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ransition>
    <p:wip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178</Words>
  <Application>Microsoft Office PowerPoint</Application>
  <PresentationFormat>Custom</PresentationFormat>
  <Paragraphs>25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Glacial Indifference</vt:lpstr>
      <vt:lpstr>Arial</vt:lpstr>
      <vt:lpstr>Calibri</vt:lpstr>
      <vt:lpstr>Anton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EventHub</dc:title>
  <dc:creator>Ananjay Pampalli</dc:creator>
  <cp:lastModifiedBy>Ananjay Pampalli</cp:lastModifiedBy>
  <cp:revision>2</cp:revision>
  <dcterms:created xsi:type="dcterms:W3CDTF">2006-08-16T00:00:00Z</dcterms:created>
  <dcterms:modified xsi:type="dcterms:W3CDTF">2025-04-22T07:47:26Z</dcterms:modified>
  <dc:identifier>DAGQVyI6Ty4</dc:identifier>
</cp:coreProperties>
</file>